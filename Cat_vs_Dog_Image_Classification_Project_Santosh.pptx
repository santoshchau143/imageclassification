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07192"/>
            <a:ext cx="7772400" cy="1470025"/>
          </a:xfrm>
        </p:spPr>
        <p:txBody>
          <a:bodyPr/>
          <a:lstStyle/>
          <a:p>
            <a:r>
              <a:rPr dirty="0"/>
              <a:t>Cat 🐱 vs Dog 🐶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6832" y="4227226"/>
            <a:ext cx="3957404" cy="1923582"/>
          </a:xfrm>
        </p:spPr>
        <p:txBody>
          <a:bodyPr>
            <a:noAutofit/>
          </a:bodyPr>
          <a:lstStyle/>
          <a:p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Developed by:</a:t>
            </a:r>
          </a:p>
          <a:p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Santosh Kumar Chaudhary</a:t>
            </a:r>
          </a:p>
          <a:p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Year CSE</a:t>
            </a:r>
          </a:p>
          <a:p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BBDNIIT, Lucknow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ADF02-532F-DCC2-56B9-F1888C39F275}"/>
              </a:ext>
            </a:extLst>
          </p:cNvPr>
          <p:cNvSpPr/>
          <p:nvPr/>
        </p:nvSpPr>
        <p:spPr>
          <a:xfrm>
            <a:off x="685800" y="4031364"/>
            <a:ext cx="3631369" cy="1470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Guided By: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Anand Maurya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IBM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Built a CNN model using TensorFlow/</a:t>
            </a:r>
            <a:r>
              <a:rPr dirty="0" err="1"/>
              <a:t>Keras</a:t>
            </a:r>
            <a:endParaRPr dirty="0"/>
          </a:p>
          <a:p>
            <a:pPr marL="0" indent="0">
              <a:buNone/>
            </a:pPr>
            <a:r>
              <a:rPr dirty="0"/>
              <a:t>• Classifies images as Cat or Dog</a:t>
            </a:r>
          </a:p>
          <a:p>
            <a:pPr marL="0" indent="0">
              <a:buNone/>
            </a:pPr>
            <a:r>
              <a:rPr dirty="0"/>
              <a:t>• Backend developed using Flask</a:t>
            </a:r>
          </a:p>
          <a:p>
            <a:pPr marL="0" indent="0">
              <a:buNone/>
            </a:pPr>
            <a:r>
              <a:rPr dirty="0"/>
              <a:t>• Frontend designed using HTML &amp; CSS</a:t>
            </a:r>
          </a:p>
          <a:p>
            <a:pPr marL="0" indent="0">
              <a:buNone/>
            </a:pPr>
            <a:r>
              <a:rPr dirty="0"/>
              <a:t>• Model trained on Dogs vs Cats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</a:t>
            </a:r>
            <a:endParaRPr lang="en-US" dirty="0"/>
          </a:p>
          <a:p>
            <a:pPr marL="0" indent="0">
              <a:buNone/>
            </a:pPr>
            <a:r>
              <a:rPr dirty="0"/>
              <a:t>• TensorFlow / </a:t>
            </a:r>
            <a:r>
              <a:rPr dirty="0" err="1"/>
              <a:t>Keras</a:t>
            </a:r>
            <a:endParaRPr dirty="0"/>
          </a:p>
          <a:p>
            <a:pPr marL="0" indent="0">
              <a:buNone/>
            </a:pPr>
            <a:r>
              <a:rPr dirty="0"/>
              <a:t>• Flask</a:t>
            </a:r>
          </a:p>
          <a:p>
            <a:pPr marL="0" indent="0">
              <a:buNone/>
            </a:pPr>
            <a:r>
              <a:rPr dirty="0"/>
              <a:t>• HTML</a:t>
            </a:r>
          </a:p>
          <a:p>
            <a:pPr marL="0" indent="0">
              <a:buNone/>
            </a:pPr>
            <a:r>
              <a:rPr dirty="0"/>
              <a:t>• CSS</a:t>
            </a:r>
          </a:p>
          <a:p>
            <a:pPr marL="0" indent="0">
              <a:buNone/>
            </a:pPr>
            <a:r>
              <a:rPr dirty="0"/>
              <a:t>•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Input Layer (128x128x3)</a:t>
            </a:r>
          </a:p>
          <a:p>
            <a:pPr marL="0" indent="0">
              <a:buNone/>
            </a:pPr>
            <a:r>
              <a:rPr dirty="0"/>
              <a:t>• Conv2D + </a:t>
            </a:r>
            <a:r>
              <a:rPr dirty="0" err="1"/>
              <a:t>BatchNormalization</a:t>
            </a:r>
            <a:r>
              <a:rPr dirty="0"/>
              <a:t> + </a:t>
            </a:r>
            <a:r>
              <a:rPr dirty="0" err="1"/>
              <a:t>MaxPooling</a:t>
            </a:r>
            <a:endParaRPr dirty="0"/>
          </a:p>
          <a:p>
            <a:pPr marL="0" indent="0">
              <a:buNone/>
            </a:pPr>
            <a:r>
              <a:rPr dirty="0"/>
              <a:t>• Conv2D + </a:t>
            </a:r>
            <a:r>
              <a:rPr dirty="0" err="1"/>
              <a:t>BatchNormalization</a:t>
            </a:r>
            <a:r>
              <a:rPr dirty="0"/>
              <a:t> + </a:t>
            </a:r>
            <a:r>
              <a:rPr dirty="0" err="1"/>
              <a:t>MaxPooling</a:t>
            </a:r>
            <a:endParaRPr dirty="0"/>
          </a:p>
          <a:p>
            <a:pPr marL="0" indent="0">
              <a:buNone/>
            </a:pPr>
            <a:r>
              <a:rPr dirty="0"/>
              <a:t>• Conv2D + </a:t>
            </a:r>
            <a:r>
              <a:rPr dirty="0" err="1"/>
              <a:t>BatchNormalization</a:t>
            </a:r>
            <a:r>
              <a:rPr dirty="0"/>
              <a:t> + </a:t>
            </a:r>
            <a:r>
              <a:rPr dirty="0" err="1"/>
              <a:t>MaxPooling</a:t>
            </a:r>
            <a:endParaRPr dirty="0"/>
          </a:p>
          <a:p>
            <a:pPr marL="0" indent="0">
              <a:buNone/>
            </a:pPr>
            <a:r>
              <a:rPr dirty="0"/>
              <a:t>• Flatten Layer</a:t>
            </a:r>
          </a:p>
          <a:p>
            <a:pPr marL="0" indent="0">
              <a:buNone/>
            </a:pPr>
            <a:r>
              <a:rPr dirty="0"/>
              <a:t>• Dense (128 neurons)</a:t>
            </a:r>
          </a:p>
          <a:p>
            <a:pPr marL="0" indent="0">
              <a:buNone/>
            </a:pPr>
            <a:r>
              <a:rPr dirty="0"/>
              <a:t>• Dropout (0.2)</a:t>
            </a:r>
          </a:p>
          <a:p>
            <a:pPr marL="0" indent="0">
              <a:buNone/>
            </a:pPr>
            <a:r>
              <a:rPr dirty="0"/>
              <a:t>• Output Layer (Sigmoid)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ImageClassification/</a:t>
            </a:r>
          </a:p>
          <a:p>
            <a:r>
              <a:t>│</a:t>
            </a:r>
          </a:p>
          <a:p>
            <a:r>
              <a:t>├── train_model.py</a:t>
            </a:r>
          </a:p>
          <a:p>
            <a:r>
              <a:t>├── app.py</a:t>
            </a:r>
          </a:p>
          <a:p>
            <a:r>
              <a:t>├── my_model.keras</a:t>
            </a:r>
          </a:p>
          <a:p>
            <a:r>
              <a:t>├── dataset/</a:t>
            </a:r>
          </a:p>
          <a:p>
            <a:r>
              <a:t>│     ├── train/</a:t>
            </a:r>
          </a:p>
          <a:p>
            <a:r>
              <a:t>│     └── test/</a:t>
            </a:r>
          </a:p>
          <a:p>
            <a:r>
              <a:t>├── static/</a:t>
            </a:r>
          </a:p>
          <a:p>
            <a:r>
              <a:t>│     └── style.css</a:t>
            </a:r>
          </a:p>
          <a:p>
            <a:r>
              <a:t>└── templates/</a:t>
            </a:r>
          </a:p>
          <a:p>
            <a:r>
              <a:t>      └── index.html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User uploads image</a:t>
            </a:r>
          </a:p>
          <a:p>
            <a:pPr marL="0" indent="0">
              <a:buNone/>
            </a:pPr>
            <a:r>
              <a:rPr dirty="0"/>
              <a:t>2. Flask receives the image</a:t>
            </a:r>
          </a:p>
          <a:p>
            <a:pPr marL="0" indent="0">
              <a:buNone/>
            </a:pPr>
            <a:r>
              <a:rPr dirty="0"/>
              <a:t>3. Image is resized &amp; normalized</a:t>
            </a:r>
          </a:p>
          <a:p>
            <a:pPr marL="0" indent="0">
              <a:buNone/>
            </a:pPr>
            <a:r>
              <a:rPr dirty="0"/>
              <a:t>4. CNN model predicts class</a:t>
            </a:r>
          </a:p>
          <a:p>
            <a:pPr marL="0" indent="0">
              <a:buNone/>
            </a:pPr>
            <a:r>
              <a:rPr dirty="0"/>
              <a:t>5. Prediction &amp; confidence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Training Accuracy: ~85%</a:t>
            </a:r>
          </a:p>
          <a:p>
            <a:pPr marL="0" indent="0">
              <a:buNone/>
            </a:pPr>
            <a:r>
              <a:rPr dirty="0"/>
              <a:t>• Validation Accuracy: ~77%</a:t>
            </a:r>
          </a:p>
          <a:p>
            <a:pPr marL="0" indent="0">
              <a:buNone/>
            </a:pPr>
            <a:r>
              <a:rPr dirty="0"/>
              <a:t>• Optimized for 4GB RAM (128x128 input size)</a:t>
            </a:r>
          </a:p>
          <a:p>
            <a:pPr marL="0" indent="0">
              <a:buNone/>
            </a:pPr>
            <a:r>
              <a:rPr dirty="0"/>
              <a:t>• Model saved using .</a:t>
            </a:r>
            <a:r>
              <a:rPr dirty="0" err="1"/>
              <a:t>keras</a:t>
            </a:r>
            <a:r>
              <a:rPr dirty="0"/>
              <a:t>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Successfully built an end-to-end ML web application</a:t>
            </a:r>
          </a:p>
          <a:p>
            <a:pPr marL="0" indent="0">
              <a:buNone/>
            </a:pPr>
            <a:r>
              <a:rPr dirty="0"/>
              <a:t>• Integrated Deep Learning with Web Development</a:t>
            </a:r>
          </a:p>
          <a:p>
            <a:pPr marL="0" indent="0">
              <a:buNone/>
            </a:pPr>
            <a:r>
              <a:rPr dirty="0"/>
              <a:t>• Demonstrates practical AI deployment using Flask</a:t>
            </a:r>
          </a:p>
          <a:p>
            <a:pPr marL="0" indent="0">
              <a:buNone/>
            </a:pPr>
            <a:r>
              <a:rPr dirty="0"/>
              <a:t>• Project ready for further enhancements &amp;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272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Cat 🐱 vs Dog 🐶 Image Classification</vt:lpstr>
      <vt:lpstr>Project Overview</vt:lpstr>
      <vt:lpstr>Technologies Used</vt:lpstr>
      <vt:lpstr>CNN Model Architecture</vt:lpstr>
      <vt:lpstr>Project Folder Structure</vt:lpstr>
      <vt:lpstr>Working Flow</vt:lpstr>
      <vt:lpstr>Model Performance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Santosh Chaudhary</dc:creator>
  <cp:keywords/>
  <dc:description>generated using python-pptx</dc:description>
  <cp:lastModifiedBy>Santosh chaudhary</cp:lastModifiedBy>
  <cp:revision>2</cp:revision>
  <dcterms:created xsi:type="dcterms:W3CDTF">2013-01-27T09:14:16Z</dcterms:created>
  <dcterms:modified xsi:type="dcterms:W3CDTF">2026-03-03T20:45:23Z</dcterms:modified>
  <cp:category/>
</cp:coreProperties>
</file>